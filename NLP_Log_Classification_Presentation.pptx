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NLP Log Classification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Solving Log Overload with a Hybrid AI Cascade</a:t>
            </a:r>
          </a:p>
          <a:p/>
          <a:p>
            <a:r>
              <a:t>Team:</a:t>
            </a:r>
          </a:p>
          <a:p>
            <a:r>
              <a:t>Sangeeth | Niranga | Janith | Oshada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Log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systems generate massive volumes of log data.</a:t>
            </a:r>
          </a:p>
          <a:p>
            <a:r>
              <a:t>Manual monitoring is impossible at scale.</a:t>
            </a:r>
          </a:p>
          <a:p>
            <a:r>
              <a:t>Traditional approaches fall short:</a:t>
            </a:r>
          </a:p>
          <a:p>
            <a:pPr lvl="1"/>
            <a:r>
              <a:t>Regex rules are brittle and lack nuance.</a:t>
            </a:r>
          </a:p>
          <a:p>
            <a:pPr lvl="1"/>
            <a:r>
              <a:t>Pure LLM classification is too slow and expensive.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Approach: 3-Stage Hybrid Cascade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routing balances speed, cost, and accuracy:</a:t>
            </a:r>
          </a:p>
          <a:p>
            <a:pPr lvl="1"/>
            <a:r>
              <a:t>Stage 1: Dynamic Regex Engine</a:t>
            </a:r>
          </a:p>
          <a:p>
            <a:pPr lvl="2"/>
            <a:r>
              <a:t>Instantaneous processing for highly predictable, frequent logs.</a:t>
            </a:r>
          </a:p>
          <a:p>
            <a:pPr lvl="1"/>
            <a:r>
              <a:t>Stage 2: Local BERT Machine Learning</a:t>
            </a:r>
          </a:p>
          <a:p>
            <a:pPr lvl="2"/>
            <a:r>
              <a:t>Handles the majority of complex logs locally with a lightweight model.</a:t>
            </a:r>
          </a:p>
          <a:p>
            <a:pPr lvl="1"/>
            <a:r>
              <a:t>Stage 3: Gemini API LLM Fallback</a:t>
            </a:r>
          </a:p>
          <a:p>
            <a:pPr lvl="2"/>
            <a:r>
              <a:t>Zero-shot classification for ambiguous/unseen logs without local hardware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Throughput &amp; Cost Optimization</a:t>
            </a:r>
          </a:p>
          <a:p>
            <a:pPr lvl="1"/>
            <a:r>
              <a:t>90%+ of logs handled locally; API costs limited to complex edge cases.</a:t>
            </a:r>
          </a:p>
          <a:p>
            <a:r>
              <a:t>Extremely Light Resource Footprint</a:t>
            </a:r>
          </a:p>
          <a:p>
            <a:pPr lvl="1"/>
            <a:r>
              <a:t>Removed the need for heavy 1.6GB local models by integrating the Gemini API.</a:t>
            </a:r>
          </a:p>
          <a:p>
            <a:r>
              <a:t>Continuous Improvement (Active Learning)</a:t>
            </a:r>
          </a:p>
          <a:p>
            <a:pPr lvl="1"/>
            <a:r>
              <a:t>Human operators correct mistakes, enabling automated retraining of the local ML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will show you today:</a:t>
            </a:r>
          </a:p>
          <a:p>
            <a:pPr lvl="1"/>
            <a:r>
              <a:t>System Monitoring Dashboard &amp; API Health.</a:t>
            </a:r>
          </a:p>
          <a:p>
            <a:pPr lvl="1"/>
            <a:r>
              <a:t>Live Log Stream Simulation.</a:t>
            </a:r>
          </a:p>
          <a:p>
            <a:pPr lvl="1"/>
            <a:r>
              <a:t>The Cascade in Action (Regex → ML → LLM).</a:t>
            </a:r>
          </a:p>
          <a:p>
            <a:pPr lvl="1"/>
            <a:r>
              <a:t>Human-in-the-Loop Manual Correction.</a:t>
            </a:r>
          </a:p>
          <a:p>
            <a:pPr lvl="1"/>
            <a:r>
              <a:t>1-Click Database 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Scalable, Intelligent Observability 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